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66" r:id="rId5"/>
    <p:sldId id="261" r:id="rId6"/>
    <p:sldId id="258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D262E-AE8D-4AF3-B4BC-021EA607885F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299CE-E3FD-4D3E-9765-08F1080A67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br>
              <a:rPr lang="en-US" b="1" dirty="0"/>
            </a:br>
            <a:r>
              <a:rPr lang="en-US" sz="3600" b="1" dirty="0"/>
              <a:t>Department of CSE(AI and ML)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6626"/>
            <a:ext cx="4191000" cy="10668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1:  1. D </a:t>
            </a:r>
            <a:r>
              <a:rPr lang="en-US" sz="2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Sathvik</a:t>
            </a:r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(21R01A6682)</a:t>
            </a:r>
          </a:p>
          <a:p>
            <a:pPr algn="l"/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2. M </a:t>
            </a:r>
            <a:r>
              <a:rPr lang="en-US" sz="2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Aparna</a:t>
            </a:r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(21R01A6699)</a:t>
            </a:r>
          </a:p>
          <a:p>
            <a:pPr algn="l"/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3. K </a:t>
            </a:r>
            <a:r>
              <a:rPr lang="en-US" sz="2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Nishith</a:t>
            </a:r>
            <a:r>
              <a:rPr lang="en-US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(21R01A66A9)</a:t>
            </a:r>
            <a:r>
              <a:rPr lang="en-US" dirty="0">
                <a:solidFill>
                  <a:schemeClr val="tx1"/>
                </a:solidFill>
              </a:rPr>
              <a:t>      </a:t>
            </a:r>
          </a:p>
        </p:txBody>
      </p:sp>
      <p:sp>
        <p:nvSpPr>
          <p:cNvPr id="4" name="Subtitle 2"/>
          <p:cNvSpPr txBox="1"/>
          <p:nvPr/>
        </p:nvSpPr>
        <p:spPr>
          <a:xfrm>
            <a:off x="6096000" y="3816626"/>
            <a:ext cx="2667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of </a:t>
            </a:r>
            <a:endParaRPr kumimoji="0" lang="en-US" sz="3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kumimoji="0" lang="en-US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sz="31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Ramesh</a:t>
            </a:r>
            <a:endParaRPr kumimoji="0" lang="en-US" sz="31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31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Asso. Prof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(AI&amp;ML)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CMRIT,</a:t>
            </a:r>
            <a:r>
              <a:rPr kumimoji="0" lang="en-US" sz="31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Hyderabad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pic>
        <p:nvPicPr>
          <p:cNvPr id="6" name="Picture 5" descr="cropped-CMR-IT-logo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1000"/>
            <a:ext cx="6832600" cy="11221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7637D-A9C8-439A-730D-E3FE6C179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OUTLINES: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23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4572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content minimum 150 words to 250 words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Key words: maximum 8 to 10 words.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m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52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6CBD-C024-2738-3183-0D6EE6C3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06F7C-3118-84E0-551B-7677E8118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of Problem Statement is 3 to 4 lines in single paragraph.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2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610C0-FCE0-AF6D-FC31-186DC94E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D9AA-7A15-09C8-8F75-D94D036D9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2029-F379-5089-CF01-B141C1B47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of Introduction 800 to 1000 words in 2 to 3 slides of ppt.</a:t>
            </a:r>
          </a:p>
        </p:txBody>
      </p:sp>
      <p:pic>
        <p:nvPicPr>
          <p:cNvPr id="4" name="Picture 3" descr="cmrity.jpg">
            <a:extLst>
              <a:ext uri="{FF2B5EF4-FFF2-40B4-BE49-F238E27FC236}">
                <a16:creationId xmlns:a16="http://schemas.microsoft.com/office/drawing/2014/main" id="{28CC370A-5A04-C1FF-B4A6-9D74ABAFB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524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3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2324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/>
                <a:ea typeface="DejaVu Sans"/>
              </a:rPr>
              <a:t>LITERATURE REVIEW</a:t>
            </a:r>
            <a:br>
              <a:rPr lang="en-IN" sz="2800" b="0" strike="noStrike" spc="-1" dirty="0">
                <a:solidFill>
                  <a:srgbClr val="000000"/>
                </a:solidFill>
                <a:latin typeface="Times New Roman" panose="02020603050405020304"/>
                <a:ea typeface="DejaVu Sans"/>
              </a:rPr>
            </a:b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/>
                <a:ea typeface="DejaVu Sans"/>
              </a:rPr>
              <a:t>(Minimum 10  research paper las</a:t>
            </a:r>
            <a:r>
              <a:rPr lang="en-IN" sz="2800" spc="-1" dirty="0">
                <a:solidFill>
                  <a:srgbClr val="000000"/>
                </a:solidFill>
                <a:latin typeface="Times New Roman" panose="02020603050405020304"/>
                <a:ea typeface="DejaVu Sans"/>
              </a:rPr>
              <a:t>t 5 years</a:t>
            </a:r>
            <a:r>
              <a:rPr lang="en-IN" sz="2800" b="0" strike="noStrike" spc="-1" dirty="0">
                <a:solidFill>
                  <a:srgbClr val="000000"/>
                </a:solidFill>
                <a:latin typeface="Times New Roman" panose="02020603050405020304"/>
                <a:ea typeface="DejaVu Sans"/>
              </a:rPr>
              <a:t> )</a:t>
            </a:r>
            <a:endParaRPr lang="en-IN" sz="2800" b="0" strike="noStrike" spc="-1" dirty="0">
              <a:latin typeface="Arial" panose="020B0604020202020204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809620"/>
              </p:ext>
            </p:extLst>
          </p:nvPr>
        </p:nvGraphicFramePr>
        <p:xfrm>
          <a:off x="304800" y="1371600"/>
          <a:ext cx="8534400" cy="5312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3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2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4618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and Year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</a:t>
                      </a:r>
                    </a:p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</a:t>
                      </a:r>
                    </a:p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marL="72829" marR="72829" marT="36414" marB="364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37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Detection of Malaria Parasites Using Machine Learning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Elsevier, 2019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Dong et al.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Machines (SVMs)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combined with image preprocessing to detect infected cells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SVMs were effective in classifying infected vs. non-infected cells but lacked precision in detecting tiny infected regions within the cells.</a:t>
                      </a:r>
                    </a:p>
                  </a:txBody>
                  <a:tcPr marL="72829" marR="72829" marT="36414" marB="364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37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Malaria Diagnosis Using CNN and Attention Mechanism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Springer, 2020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and Sharma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CNNs combined with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mechanisms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focus on small, infected regions of blood cells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mechanisms improved the detection of small, early-stage infections, enhancing sensitivity and specificity in malaria diagnosis.</a:t>
                      </a:r>
                    </a:p>
                  </a:txBody>
                  <a:tcPr marL="72829" marR="72829" marT="36414" marB="364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77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Image Analysis for Malaria Detection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PLOS One, 2021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image processing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deep learning for detecting malaria-infected cells at different resolutions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analysis enabled better detection of infected cells across varying stages, improving early diagnosis accuracy.</a:t>
                      </a:r>
                    </a:p>
                  </a:txBody>
                  <a:tcPr marL="72829" marR="72829" marT="36414" marB="364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565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Review of Malaria Detection Using Deep Learning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Elsevier, 2022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Khan et al.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 of deep learning techniques (CNNs, RNNs) for malaria detection</a:t>
                      </a:r>
                    </a:p>
                  </a:txBody>
                  <a:tcPr marL="72829" marR="72829" marT="36414" marB="36414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CNNs remain the most effective for malaria detection, but future approaches should focus on small infected regions and integrating advanced image processing techniques for better results.</a:t>
                      </a:r>
                    </a:p>
                  </a:txBody>
                  <a:tcPr marL="72829" marR="72829" marT="36414" marB="364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5908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3" name="Picture 2" descr="cm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52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356</Words>
  <Application>Microsoft Office PowerPoint</Application>
  <PresentationFormat>On-screen Show (4:3)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Project Title Department of CSE(AI and ML)</vt:lpstr>
      <vt:lpstr>PowerPoint Presentation</vt:lpstr>
      <vt:lpstr>ABSTRACT</vt:lpstr>
      <vt:lpstr>Problem Statement</vt:lpstr>
      <vt:lpstr>INTRODUCTION</vt:lpstr>
      <vt:lpstr>LITERATURE REVIEW (Minimum 10  research paper last 5 years 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</dc:title>
  <dc:creator>student</dc:creator>
  <cp:lastModifiedBy>hp</cp:lastModifiedBy>
  <cp:revision>34</cp:revision>
  <dcterms:created xsi:type="dcterms:W3CDTF">2024-09-26T06:08:00Z</dcterms:created>
  <dcterms:modified xsi:type="dcterms:W3CDTF">2026-08-06T09:52:46Z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743B5E490E4F4CDD9A26841D39D74D9F_12</vt:lpwstr>
  </property>
  <property fmtid="{D5CDD505-2E9C-101B-9397-08002B2CF9AE}" pid="3" name="KSOProductBuildVer">
    <vt:lpwstr>1033-12.2.0.17562</vt:lpwstr>
  </property>
</Properties>
</file>